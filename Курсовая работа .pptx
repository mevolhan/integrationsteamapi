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4B707-D157-4AEF-B48D-DB14C0907A80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60FFD-5491-41AC-80F5-D542EC852D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7536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4B707-D157-4AEF-B48D-DB14C0907A80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60FFD-5491-41AC-80F5-D542EC852D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3908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4B707-D157-4AEF-B48D-DB14C0907A80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60FFD-5491-41AC-80F5-D542EC852D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0254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4B707-D157-4AEF-B48D-DB14C0907A80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60FFD-5491-41AC-80F5-D542EC852D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2881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4B707-D157-4AEF-B48D-DB14C0907A80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60FFD-5491-41AC-80F5-D542EC852D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6583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4B707-D157-4AEF-B48D-DB14C0907A80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60FFD-5491-41AC-80F5-D542EC852D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2403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4B707-D157-4AEF-B48D-DB14C0907A80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60FFD-5491-41AC-80F5-D542EC852D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1838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4B707-D157-4AEF-B48D-DB14C0907A80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60FFD-5491-41AC-80F5-D542EC852D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2922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7604B707-D157-4AEF-B48D-DB14C0907A80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CA160FFD-5491-41AC-80F5-D542EC852D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2092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4B707-D157-4AEF-B48D-DB14C0907A80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60FFD-5491-41AC-80F5-D542EC852D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9190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4B707-D157-4AEF-B48D-DB14C0907A80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60FFD-5491-41AC-80F5-D542EC852D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8291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4B707-D157-4AEF-B48D-DB14C0907A80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60FFD-5491-41AC-80F5-D542EC852D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5724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4B707-D157-4AEF-B48D-DB14C0907A80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60FFD-5491-41AC-80F5-D542EC852D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45435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4B707-D157-4AEF-B48D-DB14C0907A80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60FFD-5491-41AC-80F5-D542EC852D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55748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4B707-D157-4AEF-B48D-DB14C0907A80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60FFD-5491-41AC-80F5-D542EC852D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41065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4B707-D157-4AEF-B48D-DB14C0907A80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60FFD-5491-41AC-80F5-D542EC852D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64052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4B707-D157-4AEF-B48D-DB14C0907A80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60FFD-5491-41AC-80F5-D542EC852D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5284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7604B707-D157-4AEF-B48D-DB14C0907A80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A160FFD-5491-41AC-80F5-D542EC852D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78259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90E3F2-FE75-9347-96C7-E1C9312B7F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i="0" dirty="0" err="1">
                <a:solidFill>
                  <a:srgbClr val="F9FAFB"/>
                </a:solidFill>
                <a:effectLst/>
                <a:latin typeface="quote-cjk-patch"/>
              </a:rPr>
              <a:t>Achievement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ru-RU" b="1" i="0" dirty="0" err="1">
                <a:solidFill>
                  <a:srgbClr val="F9FAFB"/>
                </a:solidFill>
                <a:effectLst/>
                <a:latin typeface="quote-cjk-patch"/>
              </a:rPr>
              <a:t>Tracker</a:t>
            </a:r>
            <a:br>
              <a:rPr lang="ru-RU" dirty="0"/>
            </a:br>
            <a:r>
              <a:rPr lang="ru-RU" b="0" i="1" dirty="0">
                <a:solidFill>
                  <a:srgbClr val="F9FAFB"/>
                </a:solidFill>
                <a:effectLst/>
                <a:latin typeface="quote-cjk-patch"/>
              </a:rPr>
              <a:t>Система отслеживания игровых достижений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6C62E3E-A018-1B55-EB58-3541BBA445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b="0" i="0">
                <a:solidFill>
                  <a:srgbClr val="F9FAFB"/>
                </a:solidFill>
                <a:effectLst/>
                <a:latin typeface="quote-cjk-patch"/>
              </a:rPr>
              <a:t>Курсовой проект</a:t>
            </a:r>
            <a:br>
              <a:rPr lang="ru-RU"/>
            </a:br>
            <a:r>
              <a:rPr lang="ru-RU" b="0" i="0">
                <a:solidFill>
                  <a:srgbClr val="F9FAFB"/>
                </a:solidFill>
                <a:effectLst/>
                <a:latin typeface="quote-cjk-patch"/>
              </a:rPr>
              <a:t>Веб-приложение с интеграцией Steam API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5743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96A763-F636-BAC6-C547-6F66F1A7B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597" y="114300"/>
            <a:ext cx="5478843" cy="1211580"/>
          </a:xfrm>
        </p:spPr>
        <p:txBody>
          <a:bodyPr>
            <a:normAutofit/>
          </a:bodyPr>
          <a:lstStyle/>
          <a:p>
            <a:r>
              <a:rPr lang="ru-RU" sz="4800" b="1" i="0" dirty="0">
                <a:solidFill>
                  <a:srgbClr val="F9FAFB"/>
                </a:solidFill>
                <a:effectLst/>
                <a:latin typeface="quote-cjk-patch"/>
              </a:rPr>
              <a:t>Стек технологий:</a:t>
            </a:r>
            <a:endParaRPr lang="ru-RU" sz="4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8BAA4F-2ABE-F059-07C9-568529056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469" y="1325880"/>
            <a:ext cx="4116387" cy="4791456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F9FAFB"/>
                </a:solidFill>
                <a:effectLst/>
                <a:latin typeface="quote-cjk-patch"/>
              </a:rPr>
              <a:t>Spring Boot 3.2.3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F9FAFB"/>
                </a:solidFill>
                <a:effectLst/>
                <a:latin typeface="quote-cjk-patch"/>
              </a:rPr>
              <a:t>PostgreSQL + JPA/Hibernate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 err="1">
                <a:solidFill>
                  <a:srgbClr val="F9FAFB"/>
                </a:solidFill>
                <a:effectLst/>
                <a:latin typeface="quote-cjk-patch"/>
              </a:rPr>
              <a:t>Thymeleaf</a:t>
            </a:r>
            <a:r>
              <a:rPr lang="en-US" sz="2800" b="0" i="0" dirty="0">
                <a:solidFill>
                  <a:srgbClr val="F9FAFB"/>
                </a:solidFill>
                <a:effectLst/>
                <a:latin typeface="quote-cjk-patch"/>
              </a:rPr>
              <a:t> + Bootstrap 5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F9FAFB"/>
                </a:solidFill>
                <a:effectLst/>
                <a:latin typeface="quote-cjk-patch"/>
              </a:rPr>
              <a:t>Steam Web API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F9FAFB"/>
                </a:solidFill>
                <a:effectLst/>
                <a:latin typeface="quote-cjk-patch"/>
              </a:rPr>
              <a:t>RabbitMQ (</a:t>
            </a:r>
            <a:r>
              <a:rPr lang="ru-RU" sz="2800" b="0" i="0" dirty="0">
                <a:solidFill>
                  <a:srgbClr val="F9FAFB"/>
                </a:solidFill>
                <a:effectLst/>
                <a:latin typeface="quote-cjk-patch"/>
              </a:rPr>
              <a:t>настроен)</a:t>
            </a:r>
          </a:p>
          <a:p>
            <a:pPr marL="0" indent="0">
              <a:buNone/>
            </a:pPr>
            <a:endParaRPr lang="ru-RU" sz="2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D072A3F-F84A-7466-DA7F-DBF3FE3F5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312" y="167838"/>
            <a:ext cx="6176835" cy="298547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AFAEF12-3F87-07AC-2E87-7859D0E8B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39" y="3429000"/>
            <a:ext cx="6564761" cy="3172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076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BC0A7F-869E-4A61-7A66-36DDFC133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17" y="97536"/>
            <a:ext cx="6694995" cy="1255776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F9FAFB"/>
                </a:solidFill>
                <a:effectLst/>
                <a:latin typeface="quote-cjk-patch"/>
              </a:rPr>
              <a:t>ПРОБЛЕМА И РЕШЕНИЕ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8C45F3-8CCF-535A-19D5-1C3330BA9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445" y="1164335"/>
            <a:ext cx="5039931" cy="3489961"/>
          </a:xfrm>
        </p:spPr>
        <p:txBody>
          <a:bodyPr>
            <a:normAutofit/>
          </a:bodyPr>
          <a:lstStyle/>
          <a:p>
            <a:pPr algn="l"/>
            <a:r>
              <a:rPr lang="ru-RU" sz="1800" b="1" i="0" dirty="0">
                <a:solidFill>
                  <a:srgbClr val="F9FAFB"/>
                </a:solidFill>
                <a:effectLst/>
                <a:latin typeface="quote-cjk-patch"/>
              </a:rPr>
              <a:t>Проблема:</a:t>
            </a:r>
            <a:br>
              <a:rPr lang="ru-RU" sz="18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800" b="0" i="0" dirty="0">
                <a:solidFill>
                  <a:srgbClr val="F9FAFB"/>
                </a:solidFill>
                <a:effectLst/>
                <a:latin typeface="quote-cjk-patch"/>
              </a:rPr>
              <a:t>Игрокам сложно отслеживать прогресс по достижениям, сравнивать результаты с друзьями, анализировать игровую статистику.</a:t>
            </a:r>
          </a:p>
          <a:p>
            <a:pPr algn="l"/>
            <a:r>
              <a:rPr lang="ru-RU" sz="1800" b="1" i="0" dirty="0">
                <a:solidFill>
                  <a:srgbClr val="F9FAFB"/>
                </a:solidFill>
                <a:effectLst/>
                <a:latin typeface="quote-cjk-patch"/>
              </a:rPr>
              <a:t>Решение:</a:t>
            </a:r>
            <a:br>
              <a:rPr lang="ru-RU" sz="18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800" b="0" i="0" dirty="0">
                <a:solidFill>
                  <a:srgbClr val="F9FAFB"/>
                </a:solidFill>
                <a:effectLst/>
                <a:latin typeface="quote-cjk-patch"/>
              </a:rPr>
              <a:t>Единая платформа для: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F9FAFB"/>
                </a:solidFill>
                <a:effectLst/>
                <a:latin typeface="quote-cjk-patch"/>
              </a:rPr>
              <a:t>Автоматического импорта данных из </a:t>
            </a:r>
            <a:r>
              <a:rPr lang="ru-RU" sz="1800" b="0" i="0" dirty="0" err="1">
                <a:solidFill>
                  <a:srgbClr val="F9FAFB"/>
                </a:solidFill>
                <a:effectLst/>
                <a:latin typeface="quote-cjk-patch"/>
              </a:rPr>
              <a:t>Steam</a:t>
            </a:r>
            <a:endParaRPr lang="ru-RU" sz="18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F9FAFB"/>
                </a:solidFill>
                <a:effectLst/>
                <a:latin typeface="quote-cjk-patch"/>
              </a:rPr>
              <a:t>Трекинга достижений по всем играм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F9FAFB"/>
                </a:solidFill>
                <a:effectLst/>
                <a:latin typeface="quote-cjk-patch"/>
              </a:rPr>
              <a:t>Сравнения статистики с другими игроками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F9FAFB"/>
                </a:solidFill>
                <a:effectLst/>
                <a:latin typeface="quote-cjk-patch"/>
              </a:rPr>
              <a:t>Визуализации прогресса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2FEBC8B-7689-9BB3-91EA-ADBB7E63D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1555" y="228600"/>
            <a:ext cx="6096000" cy="29464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7678106-78CD-FF10-ED3D-C2667947C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3306064"/>
            <a:ext cx="6954075" cy="336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040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172E8B-2DD4-D836-2C78-4F6AAE341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88" y="384230"/>
            <a:ext cx="10444035" cy="688848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F9FAFB"/>
                </a:solidFill>
                <a:effectLst/>
                <a:latin typeface="quote-cjk-patch"/>
              </a:rPr>
              <a:t> КЛЮЧЕВЫЕ СУЩНОСТИ БАЗЫ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82FEC1-3620-3D31-75F8-85885C550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588" y="4507992"/>
            <a:ext cx="11404156" cy="1886712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@Entity User           // Пользователь системы</a:t>
            </a:r>
          </a:p>
          <a:p>
            <a:r>
              <a:rPr lang="ru-RU" dirty="0"/>
              <a:t>@Entity </a:t>
            </a:r>
            <a:r>
              <a:rPr lang="ru-RU" dirty="0" err="1"/>
              <a:t>Gamer</a:t>
            </a:r>
            <a:r>
              <a:rPr lang="ru-RU" dirty="0"/>
              <a:t>          // Игровой профиль</a:t>
            </a:r>
          </a:p>
          <a:p>
            <a:r>
              <a:rPr lang="ru-RU" dirty="0"/>
              <a:t>@Entity Game           // Игра (из </a:t>
            </a:r>
            <a:r>
              <a:rPr lang="ru-RU" dirty="0" err="1"/>
              <a:t>Steam</a:t>
            </a:r>
            <a:r>
              <a:rPr lang="ru-RU" dirty="0"/>
              <a:t>)</a:t>
            </a:r>
          </a:p>
          <a:p>
            <a:r>
              <a:rPr lang="ru-RU" dirty="0"/>
              <a:t>@Entity </a:t>
            </a:r>
            <a:r>
              <a:rPr lang="ru-RU" dirty="0" err="1"/>
              <a:t>Achievement</a:t>
            </a:r>
            <a:r>
              <a:rPr lang="ru-RU" dirty="0"/>
              <a:t>    // Достижение в игре</a:t>
            </a:r>
          </a:p>
          <a:p>
            <a:r>
              <a:rPr lang="ru-RU" dirty="0"/>
              <a:t>@Entity </a:t>
            </a:r>
            <a:r>
              <a:rPr lang="ru-RU" dirty="0" err="1"/>
              <a:t>PlayerProgress</a:t>
            </a:r>
            <a:r>
              <a:rPr lang="ru-RU" dirty="0"/>
              <a:t> // Прогресс игрока по игре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A094D07-B31B-18D8-6DB0-9989BAFDB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124" y="1042689"/>
            <a:ext cx="6350843" cy="341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428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9C7DCB-FC8C-8032-7F26-58CC916A4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597" y="452628"/>
            <a:ext cx="4893627" cy="873252"/>
          </a:xfrm>
        </p:spPr>
        <p:txBody>
          <a:bodyPr/>
          <a:lstStyle/>
          <a:p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ИНТЕГРАЦИЯ С </a:t>
            </a:r>
            <a:r>
              <a:rPr lang="en-US" b="1" dirty="0">
                <a:solidFill>
                  <a:srgbClr val="F9FAFB"/>
                </a:solidFill>
                <a:effectLst/>
                <a:latin typeface="quote-cjk-patch"/>
              </a:rPr>
              <a:t>STEAM API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63EC9B-BC8B-673C-5C24-724EAC8EE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605" y="1325880"/>
            <a:ext cx="5113083" cy="465429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Steam Web API Endpoints:</a:t>
            </a:r>
          </a:p>
          <a:p>
            <a:r>
              <a:rPr lang="en-US" dirty="0" err="1"/>
              <a:t>GetPlayerSummaries</a:t>
            </a:r>
            <a:r>
              <a:rPr lang="en-US" dirty="0"/>
              <a:t> - </a:t>
            </a:r>
            <a:r>
              <a:rPr lang="ru-RU" dirty="0"/>
              <a:t>информация о профиле</a:t>
            </a:r>
          </a:p>
          <a:p>
            <a:r>
              <a:rPr lang="en-US" dirty="0" err="1"/>
              <a:t>GetOwnedGames</a:t>
            </a:r>
            <a:r>
              <a:rPr lang="en-US" dirty="0"/>
              <a:t> - </a:t>
            </a:r>
            <a:r>
              <a:rPr lang="ru-RU" dirty="0"/>
              <a:t>список игр пользователя</a:t>
            </a:r>
          </a:p>
          <a:p>
            <a:r>
              <a:rPr lang="en-US" dirty="0" err="1"/>
              <a:t>GetPlayerAchievements</a:t>
            </a:r>
            <a:r>
              <a:rPr lang="en-US" dirty="0"/>
              <a:t> - </a:t>
            </a:r>
            <a:r>
              <a:rPr lang="ru-RU" dirty="0"/>
              <a:t>достижения по игре</a:t>
            </a:r>
          </a:p>
          <a:p>
            <a:r>
              <a:rPr lang="en-US" dirty="0" err="1"/>
              <a:t>ResolveVanityURL</a:t>
            </a:r>
            <a:r>
              <a:rPr lang="en-US" dirty="0"/>
              <a:t> - </a:t>
            </a:r>
            <a:r>
              <a:rPr lang="ru-RU" dirty="0"/>
              <a:t>конвертация ника в </a:t>
            </a:r>
            <a:r>
              <a:rPr lang="en-US" dirty="0" err="1"/>
              <a:t>SteamID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Особенности реализации:</a:t>
            </a:r>
          </a:p>
          <a:p>
            <a:r>
              <a:rPr lang="ru-RU" dirty="0"/>
              <a:t>Валидация </a:t>
            </a:r>
            <a:r>
              <a:rPr lang="en-US" dirty="0"/>
              <a:t>Steam ID/URL</a:t>
            </a:r>
          </a:p>
          <a:p>
            <a:r>
              <a:rPr lang="ru-RU" dirty="0"/>
              <a:t>Автоматическая синхронизация</a:t>
            </a:r>
          </a:p>
          <a:p>
            <a:r>
              <a:rPr lang="ru-RU" dirty="0"/>
              <a:t>Обработка ошибок </a:t>
            </a:r>
            <a:r>
              <a:rPr lang="en-US" dirty="0"/>
              <a:t>API</a:t>
            </a:r>
          </a:p>
          <a:p>
            <a:r>
              <a:rPr lang="ru-RU" dirty="0"/>
              <a:t>Кэширование данных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BDA4D48-B369-8B99-DC14-BAF8E8141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528" y="254001"/>
            <a:ext cx="6568963" cy="317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911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AA2C61-4244-A5BD-9575-F505CDF70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741" y="335280"/>
            <a:ext cx="6722427" cy="899160"/>
          </a:xfrm>
        </p:spPr>
        <p:txBody>
          <a:bodyPr>
            <a:normAutofit/>
          </a:bodyPr>
          <a:lstStyle/>
          <a:p>
            <a:r>
              <a:rPr lang="ru-RU" sz="4400" b="1" dirty="0">
                <a:solidFill>
                  <a:srgbClr val="F9FAFB"/>
                </a:solidFill>
                <a:effectLst/>
                <a:latin typeface="quote-cjk-patch"/>
              </a:rPr>
              <a:t>ВОЗМОЖНОСТИ СИСТЕМЫ</a:t>
            </a:r>
            <a:endParaRPr lang="ru-RU" sz="4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EB520D-BF50-9610-B021-5FAFFF5D0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741" y="1405127"/>
            <a:ext cx="5625147" cy="2983993"/>
          </a:xfrm>
        </p:spPr>
        <p:txBody>
          <a:bodyPr>
            <a:normAutofit lnSpcReduction="10000"/>
          </a:bodyPr>
          <a:lstStyle/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Управление игроками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CRUD операции </a:t>
            </a:r>
            <a:endParaRPr lang="en-US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Авторизация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регистрация/вход/сессии</a:t>
            </a:r>
            <a:endParaRPr lang="en-US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/>
            <a:r>
              <a:rPr lang="ru-RU" b="1" i="0" dirty="0" err="1">
                <a:solidFill>
                  <a:srgbClr val="F9FAFB"/>
                </a:solidFill>
                <a:effectLst/>
                <a:latin typeface="quote-cjk-patch"/>
              </a:rPr>
              <a:t>Steam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 интеграция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автоматический импорт</a:t>
            </a:r>
            <a:endParaRPr lang="en-US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Таблица лидеров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ранжирование по достижениям</a:t>
            </a:r>
            <a:endParaRPr lang="en-US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Адаптивный дизайн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мобильная версия</a:t>
            </a:r>
            <a:endParaRPr lang="en-US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Статистика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анализ игрового времени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03C461E-4F85-FBD6-92C1-59B5C7645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728" y="1154378"/>
            <a:ext cx="6108192" cy="295229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35F3F3B-7B1C-3D51-C174-480301721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95" y="4063413"/>
            <a:ext cx="5176509" cy="250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393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E21A01-0A19-366F-AD7F-95B77D793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029" y="295656"/>
            <a:ext cx="5981763" cy="771144"/>
          </a:xfrm>
        </p:spPr>
        <p:txBody>
          <a:bodyPr/>
          <a:lstStyle/>
          <a:p>
            <a:pPr algn="l"/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РЕЗУЛЬТАТЫ И ПЕРСПЕКТИВЫ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4C63BC-ECDE-6EFD-7B61-AECBB7502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029" y="1277111"/>
            <a:ext cx="8331771" cy="2993137"/>
          </a:xfrm>
        </p:spPr>
        <p:txBody>
          <a:bodyPr/>
          <a:lstStyle/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Что реализовано: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Рабочее веб-приложение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Полная интеграция с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Steam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API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Управление пользователями и игроками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Адаптивный интерфейс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47551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етка">
  <a:themeElements>
    <a:clrScheme name="Сетка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Сетка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Сетка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TM03457485[[fn=Сетка]]</Template>
  <TotalTime>9</TotalTime>
  <Words>223</Words>
  <Application>Microsoft Office PowerPoint</Application>
  <PresentationFormat>Широкоэкранный</PresentationFormat>
  <Paragraphs>45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quote-cjk-patch</vt:lpstr>
      <vt:lpstr>Сетка</vt:lpstr>
      <vt:lpstr>Achievement Tracker Система отслеживания игровых достижений</vt:lpstr>
      <vt:lpstr>Стек технологий:</vt:lpstr>
      <vt:lpstr>ПРОБЛЕМА И РЕШЕНИЕ</vt:lpstr>
      <vt:lpstr> КЛЮЧЕВЫЕ СУЩНОСТИ БАЗЫ ДАННЫХ</vt:lpstr>
      <vt:lpstr>ИНТЕГРАЦИЯ С STEAM API</vt:lpstr>
      <vt:lpstr>ВОЗМОЖНОСТИ СИСТЕМЫ</vt:lpstr>
      <vt:lpstr>РЕЗУЛЬТАТЫ И ПЕРСПЕКТИВЫ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Danil Yndaw</dc:creator>
  <cp:lastModifiedBy>Danil Yndaw</cp:lastModifiedBy>
  <cp:revision>1</cp:revision>
  <dcterms:created xsi:type="dcterms:W3CDTF">2026-01-17T23:27:46Z</dcterms:created>
  <dcterms:modified xsi:type="dcterms:W3CDTF">2026-01-17T23:37:12Z</dcterms:modified>
</cp:coreProperties>
</file>